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0F766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amista 管理画面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できる事・できない事 手順書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会員管理・本人確認審査・申請管理・日程管理・プロフィール管理・休眠会員・データ出力・設定 全9画面を対象に、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システムに詳しくない方にも分かるよう、各画面で実際にできる操作／できない操作をまとめています。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amista プロジェクト  ｜  作成日：2026年7月21日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この手順書で扱う9つの管理画面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727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ダッシュボード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727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288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1801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会員管理(一覧)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/admin/members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727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8288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52560" y="1801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プロフィール管理(会員詳細)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/admin/members/[id]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727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4472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本人確認審査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14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/admin/verify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246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727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47472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34472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申請管理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114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/admin/matching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3246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727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347472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52560" y="34472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日程管理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4114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/admin/schedule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727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71600" y="50932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休眠会員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" y="5760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/admin/dormant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89120" y="48920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727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51206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12080" y="50932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データ出力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617720" y="5760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/admin/export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29600" y="48920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727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58200" y="51206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6" name="Text 44"/>
          <p:cNvSpPr/>
          <p:nvPr/>
        </p:nvSpPr>
        <p:spPr>
          <a:xfrm>
            <a:off x="84582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52560" y="50932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設定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458200" y="5760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/admin/settings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ダッシュボード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00" cy="5074920"/>
          </a:xfrm>
          <a:prstGeom prst="roundRect">
            <a:avLst>
              <a:gd name="adj" fmla="val 901"/>
            </a:avLst>
          </a:prstGeom>
          <a:solidFill>
            <a:srgbClr val="0B0B0D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/sessions/busy-jolly-bardeen/mnt/Platonic_life_partnership/docs/admin-screenshots/01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" y="1289304"/>
            <a:ext cx="6291072" cy="4453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234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1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できる事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173736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総会員数・今月の新規登録数の確認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お見合い申請数・今月の売上(純額)の確認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AIおすすめオプション契約者数(先着200名中の人数)の確認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直近7日間の申請数・ステータス別件数のグラフ確認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38862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71717A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できない事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438912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数値やデータをこの画面から直接編集すること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データのダウンロード・出力(→「データ出力」画面で対応)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会員管理(一覧)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/admin/members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00" cy="5074920"/>
          </a:xfrm>
          <a:prstGeom prst="roundRect">
            <a:avLst>
              <a:gd name="adj" fmla="val 901"/>
            </a:avLst>
          </a:prstGeom>
          <a:solidFill>
            <a:srgbClr val="0B0B0D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/sessions/busy-jolly-bardeen/mnt/Platonic_life_partnership/docs/admin-screenshots/02_memb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" y="1289304"/>
            <a:ext cx="6291072" cy="4453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234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1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できる事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173736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ニックネーム検索・性別/ステータスでの絞り込み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会員の承認・停止(操作は一覧上のボタンから)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会員詳細画面への遷移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38862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71717A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できない事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438912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一覧画面から直接プロフィール内容を編集すること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一覧画面から退会処理を行うこと(→詳細画面で対応)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プロフィール管理(会員詳細)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/admin/members/[id]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00" cy="5074920"/>
          </a:xfrm>
          <a:prstGeom prst="roundRect">
            <a:avLst>
              <a:gd name="adj" fmla="val 901"/>
            </a:avLst>
          </a:prstGeom>
          <a:solidFill>
            <a:srgbClr val="0B0B0D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/sessions/busy-jolly-bardeen/mnt/Platonic_life_partnership/docs/admin-screenshots/03_member_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" y="1289304"/>
            <a:ext cx="6291072" cy="4453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234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1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できる事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173736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ステータス変更(承認済み・手動チェック済み・拒否・退会済み・停止)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基本情報・ライフスタイル・自己紹介など登録内容の閲覧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お見合い申請履歴の確認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38862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71717A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できない事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438912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ニックネーム・自己紹介などプロフィール内容自体の直接編集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管理者が本人に代わって退会手続きを完了させること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本人確認審査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/admin/verify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00" cy="5074920"/>
          </a:xfrm>
          <a:prstGeom prst="roundRect">
            <a:avLst>
              <a:gd name="adj" fmla="val 901"/>
            </a:avLst>
          </a:prstGeom>
          <a:solidFill>
            <a:srgbClr val="0B0B0D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/sessions/busy-jolly-bardeen/mnt/Platonic_life_partnership/docs/admin-screenshots/04_verif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" y="1289304"/>
            <a:ext cx="6291072" cy="4453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234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1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できる事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173736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提出書類(表裏)の確認とステータス別絞り込み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手動チェック済み・承認・拒否の判定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不備メールの送信、送信履歴の確認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38862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71717A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できない事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438912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提出書類の差し替え・削除をこの画面から行うこと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AIによる自動判定結果を後から編集すること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申請管理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/admin/matching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00" cy="5074920"/>
          </a:xfrm>
          <a:prstGeom prst="roundRect">
            <a:avLst>
              <a:gd name="adj" fmla="val 901"/>
            </a:avLst>
          </a:prstGeom>
          <a:solidFill>
            <a:srgbClr val="0B0B0D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/sessions/busy-jolly-bardeen/mnt/Platonic_life_partnership/docs/admin-screenshots/05_match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" y="1289304"/>
            <a:ext cx="6291072" cy="4453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234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1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できる事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173736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全お見合い申請の一覧・ステータス別絞り込み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入室状況・40分超過・同意状況の確認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終了扱いへの手動切り替え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38862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71717A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できない事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438912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申請の強制承認・却下を管理者が代行すること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当事者に代わって日程や合意の内容を書き換えること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日程管理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/admin/schedule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00" cy="5074920"/>
          </a:xfrm>
          <a:prstGeom prst="roundRect">
            <a:avLst>
              <a:gd name="adj" fmla="val 901"/>
            </a:avLst>
          </a:prstGeom>
          <a:solidFill>
            <a:srgbClr val="0B0B0D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/sessions/busy-jolly-bardeen/mnt/Platonic_life_partnership/docs/admin-screenshots/06_sched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" y="1289304"/>
            <a:ext cx="6291072" cy="4453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234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1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できる事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173736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全お見合いの日程状況一覧(調整中/確定/送信済)の閲覧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ドタキャン時の返金処理(申請者側・お相手側を個別に)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38862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71717A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できない事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438912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日程そのものの変更・強制確定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Google Meetリンクの手動再送信(システムの自動送信のみ)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休眠会員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/admin/dormant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00" cy="5074920"/>
          </a:xfrm>
          <a:prstGeom prst="roundRect">
            <a:avLst>
              <a:gd name="adj" fmla="val 901"/>
            </a:avLst>
          </a:prstGeom>
          <a:solidFill>
            <a:srgbClr val="0B0B0D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/sessions/busy-jolly-bardeen/mnt/Platonic_life_partnership/docs/admin-screenshots/07_dorma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" y="1289304"/>
            <a:ext cx="6291072" cy="4453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234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1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できる事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173736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3・6・12ヶ月以上未ログインの会員一覧閲覧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休眠通知メールの手動送信・再送信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38862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71717A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できない事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438912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一覧から強制退会・アカウント停止を行うこと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自動通知(335日以上が対象)の対象範囲をこの画面から変更すること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データ出力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/admin/export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00" cy="5074920"/>
          </a:xfrm>
          <a:prstGeom prst="roundRect">
            <a:avLst>
              <a:gd name="adj" fmla="val 901"/>
            </a:avLst>
          </a:prstGeom>
          <a:solidFill>
            <a:srgbClr val="0B0B0D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/sessions/busy-jolly-bardeen/mnt/Platonic_life_partnership/docs/admin-screenshots/08_ex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" y="1289304"/>
            <a:ext cx="6291072" cy="4453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234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1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できる事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173736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全ユーザー・退会済みユーザーCSVのダウンロード(全22列)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お見合い後アンケート・成婚報告アンケート・返金履歴CSVの出力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条件を指定したユーザー検索&amp;CSV出力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38862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71717A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できない事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438912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CSVの出力項目をこの画面上で自由にカスタマイズすること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データの編集・削除(出力専用の機能)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設定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/admin/settings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00" cy="5074920"/>
          </a:xfrm>
          <a:prstGeom prst="roundRect">
            <a:avLst>
              <a:gd name="adj" fmla="val 901"/>
            </a:avLst>
          </a:prstGeom>
          <a:solidFill>
            <a:srgbClr val="0B0B0D"/>
          </a:solidFill>
          <a:ln w="12700">
            <a:solidFill>
              <a:srgbClr val="3F3F4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/sessions/busy-jolly-bardeen/mnt/Platonic_life_partnership/docs/admin-screenshots/09_sett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" y="1289304"/>
            <a:ext cx="6291072" cy="4453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78040" y="1234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1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できる事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173736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いいね上限数、メンテナンスモードのON/OFF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お知らせバナー4種(ベータ版・キャンペーン・障害緊急・AIオプション停止)の設定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AIおすすめオプション・キャンペーンバナーのON/OFF、キャンペーン期間の設定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38862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71717A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できない事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438912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マッチング期限(Google Meet面談有効期限・お見合い申請自動キャンセル期限)の変更(コード側の固定値が正で画面はあくまで確認用)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✕"/>
            </a:pPr>
            <a:r>
              <a:rPr lang="en-US" sz="125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Stripeの料金設定の変更(Stripeダッシュボード側が正)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F766E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29184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各画面の「できる事」は、承認・停止・返金・通知メール送信など、あらかじめ用意された操作ボタンに限られます。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「できない事」の多くは、プロフィール内容の直接編集や、日程・料金など安全性のため画面から変更できない項目です。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変更したい操作がある場合は、開発担当(Claude Code経由)へ機能追加として相談してください。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docs/tasks.md タスク#70 より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amista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amista</dc:creator>
  <cp:lastModifiedBy>amista</cp:lastModifiedBy>
  <cp:revision>1</cp:revision>
  <dcterms:created xsi:type="dcterms:W3CDTF">2026-07-21T05:05:10Z</dcterms:created>
  <dcterms:modified xsi:type="dcterms:W3CDTF">2026-07-21T05:05:10Z</dcterms:modified>
</cp:coreProperties>
</file>